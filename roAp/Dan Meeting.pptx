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>
      <p:cViewPr varScale="1">
        <p:scale>
          <a:sx n="53" d="100"/>
          <a:sy n="53" d="100"/>
        </p:scale>
        <p:origin x="1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Picture 4" descr="TIC 3871153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550" y="511810"/>
            <a:ext cx="10502900" cy="58350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Picture 4" descr="TIC 4670742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385" y="352425"/>
            <a:ext cx="11110595" cy="6172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Picture 4" descr="TIC 44549362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365" y="394970"/>
            <a:ext cx="10923905" cy="60680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IC 33545708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140" y="311785"/>
            <a:ext cx="11222355" cy="62344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IC 31081767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7230" y="429895"/>
            <a:ext cx="10797540" cy="59988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IC 25901793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8950" y="314325"/>
            <a:ext cx="11213465" cy="62293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 descr="TIC 233200244 10 sigm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540" y="467360"/>
            <a:ext cx="10663555" cy="59239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 descr="TIC 233200244 5 sigm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135" y="430530"/>
            <a:ext cx="10793730" cy="599630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Slides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9" baseType="lpstr">
      <vt:lpstr>Arial</vt:lpstr>
      <vt:lpstr>SimSun</vt:lpstr>
      <vt:lpstr>Wingdings</vt:lpstr>
      <vt:lpstr>Microsoft YaHei</vt:lpstr>
      <vt:lpstr>汉仪旗黑</vt:lpstr>
      <vt:lpstr>Arial Unicode MS</vt:lpstr>
      <vt:lpstr>Calibri Light</vt:lpstr>
      <vt:lpstr>Helvetica Neue</vt:lpstr>
      <vt:lpstr>Calibri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jromeo</dc:creator>
  <cp:lastModifiedBy>jromeo</cp:lastModifiedBy>
  <cp:revision>4</cp:revision>
  <dcterms:created xsi:type="dcterms:W3CDTF">2025-09-29T21:04:01Z</dcterms:created>
  <dcterms:modified xsi:type="dcterms:W3CDTF">2025-09-29T21:04:01Z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72D4D52ACCAF098A98F6AC68295EF79A_41</vt:lpwstr>
  </property>
  <property fmtid="{D5CDD505-2E9C-101B-9397-08002B2CF9AE}" pid="3" name="KSOProductBuildVer">
    <vt:lpwstr>1033-6.13.1.8709</vt:lpwstr>
  </property>
</Properties>
</file>