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TIC 3871153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511810"/>
            <a:ext cx="10502900" cy="5835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TIC 467074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342900"/>
            <a:ext cx="11110595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TIC 4454936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65" y="394970"/>
            <a:ext cx="10923905" cy="6068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C 3354570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" y="311785"/>
            <a:ext cx="11222355" cy="6234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C 3108176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429895"/>
            <a:ext cx="10797540" cy="5998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C 259017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314325"/>
            <a:ext cx="11213465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TIC 233200244 10 sig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" y="467360"/>
            <a:ext cx="10663555" cy="5923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TIC 233200244 5 sig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35" y="430530"/>
            <a:ext cx="10793730" cy="5996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Slides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jromeo</dc:creator>
  <cp:lastModifiedBy>jromeo</cp:lastModifiedBy>
  <cp:revision>3</cp:revision>
  <dcterms:created xsi:type="dcterms:W3CDTF">2025-09-02T02:29:58Z</dcterms:created>
  <dcterms:modified xsi:type="dcterms:W3CDTF">2025-09-02T02:29:58Z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72D4D52ACCAF098A98F6AC68295EF79A_41</vt:lpwstr>
  </property>
  <property fmtid="{D5CDD505-2E9C-101B-9397-08002B2CF9AE}" pid="3" name="KSOProductBuildVer">
    <vt:lpwstr>1033-6.13.1.8709</vt:lpwstr>
  </property>
</Properties>
</file>